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Topic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" y="80467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1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246888" y="171907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Handling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246888" y="2578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· Series · Exploration · Selection · Cleaning · GroupBy · Chaining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6888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vs Series · The programmable table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a smart table. It doesn't just store data — it helps you THINK with data.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46888" y="2212848"/>
            <a:ext cx="2788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212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6888" y="2624328"/>
            <a:ext cx="2788920" cy="347472"/>
          </a:xfrm>
          <a:prstGeom prst="rect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" y="26243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6888" y="2971800"/>
            <a:ext cx="2788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" y="3035808"/>
            <a:ext cx="25786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tools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storage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154680" y="2212848"/>
            <a:ext cx="2788920" cy="411480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54680" y="2212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154680" y="2624328"/>
            <a:ext cx="2788920" cy="347472"/>
          </a:xfrm>
          <a:prstGeom prst="rect">
            <a:avLst/>
          </a:prstGeom>
          <a:solidFill>
            <a:srgbClr val="1A5C8A">
              <a:alpha val="18000"/>
            </a:srgbClr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54680" y="26243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Table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54680" y="2971800"/>
            <a:ext cx="2788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64408" y="3035808"/>
            <a:ext cx="25786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062472" y="2212848"/>
            <a:ext cx="2788920" cy="41148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62472" y="2212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62472" y="2624328"/>
            <a:ext cx="2788920" cy="347472"/>
          </a:xfrm>
          <a:prstGeom prst="rect">
            <a:avLst/>
          </a:prstGeom>
          <a:solidFill>
            <a:srgbClr val="34CB62">
              <a:alpha val="18000"/>
            </a:srgbClr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2472" y="262432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Table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62472" y="2971800"/>
            <a:ext cx="2788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3035808"/>
            <a:ext cx="25786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· Filter · Group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· Chain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with data ✓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246888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"Lists store data. Pandas helps you THINK with data."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 DataFrame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full table. A Series is just one column.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 (1D)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" y="2633472"/>
            <a:ext cx="3886200" cy="47548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6517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pd.Series([10, 20, 30])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84048" y="3182112"/>
            <a:ext cx="137160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182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755648" y="3182112"/>
            <a:ext cx="251460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55648" y="31821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" y="3493008"/>
            <a:ext cx="1371600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493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755648" y="3493008"/>
            <a:ext cx="2514600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55648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" y="3803904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755648" y="3803904"/>
            <a:ext cx="2514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755648" y="3803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4048" y="4114800"/>
            <a:ext cx="1371600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4114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755648" y="4114800"/>
            <a:ext cx="2514600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55648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(2D)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736592" y="2532888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73752" y="2633472"/>
            <a:ext cx="3886200" cy="47548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65192" y="26517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["Ama","Kofi"], "Score": [85,90]})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73752" y="3182112"/>
            <a:ext cx="658368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73752" y="31821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532120" y="3182112"/>
            <a:ext cx="16276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3212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159752" y="3182112"/>
            <a:ext cx="160020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59752" y="31821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73752" y="3493008"/>
            <a:ext cx="658368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73752" y="34930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532120" y="3493008"/>
            <a:ext cx="1627632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32120" y="34930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159752" y="3493008"/>
            <a:ext cx="1600200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59752" y="34930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873752" y="3803904"/>
            <a:ext cx="6583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73752" y="38039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532120" y="3803904"/>
            <a:ext cx="162763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532120" y="38039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Kofi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159752" y="3803904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59752" y="38039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246888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point: A DataFrame is a collection of Series — each column IS a Series.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Your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essential commands before you touch anything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Commands — Know Your Data First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touch data, you must understand it. Skip this — and you will make wrong assumptions.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76272"/>
            <a:ext cx="27889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762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46888" y="2523744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254203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Look: Shows first 5 rows. Structure &amp; anomalies.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154680" y="2176272"/>
            <a:ext cx="27889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154680" y="2523744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254203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Size: (rows, columns) — Know your data's scale.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62472" y="2176272"/>
            <a:ext cx="27889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3912" y="21762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062472" y="2523744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53912" y="254203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Wrong types → wrong analysis. Always check.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46888" y="3310128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8328" y="3310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46888" y="36576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" y="3675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Report: Column names, types, missing values.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90288" y="3310128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3310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90288" y="36576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1728" y="367588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Summary: Mean, min, max, std, quartiles.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46888" y="3310128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8328" y="3310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246888" y="365760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8328" y="36758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Report: Column names, types, missing values.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90288" y="3310128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81728" y="33101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4590288" y="365760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36758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Summary: Mean, min, max, std, quartiles.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246888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5 commands are your first responsibility as a data analyst. Never skip. Never guess your data.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vs iloc — label-based vs position-based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Data — loc vs iloc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 filter and access data — like Excel, but more powerful and precise.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df.loc[ ]  —  Label-based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" y="2633472"/>
            <a:ext cx="388620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651760"/>
            <a:ext cx="3703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df.loc[:, "score"]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4048" y="3127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: means all rows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4048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"score" is the column NAME — a label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4048" y="3822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use labels (strings), never numbers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all rows — only the score column"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df.iloc[ ]  —  Position-based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36592" y="2532888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73752" y="2633472"/>
            <a:ext cx="388620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65192" y="2651760"/>
            <a:ext cx="3703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df.iloc[0, 1]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73752" y="3127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0 = first row (position)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73752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= second column (position)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73752" y="3822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integers — NEVER strings ❌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73752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df.iloc[:, "Score"] → ERROR! iloc only takes integers.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46888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= LABELS  |  iloc = INTEGERS — Never mix them up!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· fillna() · Bad data = Bad AI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"Bad data = Bad AI" — AI models cannot work with missing values.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48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347472"/>
          </a:xfrm>
          <a:prstGeom prst="rect">
            <a:avLst/>
          </a:prstGeom>
          <a:solidFill>
            <a:srgbClr val="34CB62">
              <a:alpha val="18000"/>
            </a:srgbClr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25328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Missing Rows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6888" y="28803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" y="2926080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every row that contains at least one missing (NaN) value.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missing rows are too few to matter.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6616" y="3931920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Drops entire rows — use carefully with large missing data.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90288" y="2148840"/>
            <a:ext cx="4160520" cy="38404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1728" y="2148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90288" y="2532888"/>
            <a:ext cx="4160520" cy="347472"/>
          </a:xfrm>
          <a:prstGeom prst="rect">
            <a:avLst/>
          </a:prstGeom>
          <a:solidFill>
            <a:srgbClr val="1A5C8A">
              <a:alpha val="18000"/>
            </a:srgbClr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81728" y="25328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90288" y="28803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0016" y="2926080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 NaN values with 0 (or any value you specify).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missing values should be treated as zero.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00016" y="3931920"/>
            <a:ext cx="3950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Filling with wrong values creates fake data.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46888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MISCONCEPTION: Students think missing data is okay. Correct them: AI models CANNOT work with missing values.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start thinking like a data engineer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— Aggregate Your Data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companies answer real business questions — group, then aggregate.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8641080" cy="5669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17627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df.groupby("region")["sales"].sum()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46888" y="2834640"/>
            <a:ext cx="384048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" y="28346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0936" y="2834640"/>
            <a:ext cx="37764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groupby("region")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9808" y="31455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groups — one group per unique region value.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90288" y="2834640"/>
            <a:ext cx="384048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90288" y="283464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74336" y="2834640"/>
            <a:ext cx="37764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3208" y="2871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["sales"]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93208" y="31455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the sales column within each group.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46888" y="3703320"/>
            <a:ext cx="384048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888" y="370332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0936" y="3703320"/>
            <a:ext cx="37764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.sum()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9808" y="40142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— sum sales for every region. Also: .mean() .count() .max()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90288" y="3703320"/>
            <a:ext cx="384048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90288" y="370332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74336" y="3703320"/>
            <a:ext cx="37764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93208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93208" y="40142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region with total sales — like a pivot table.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46888" y="45720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how companies answer real business questions."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Chaining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46888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pipelines — not steps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Method Chaining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from top to bottom — like water. Chain your methods instead of creating df1, df2, df3.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76272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762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Bad Approach — Multiple Steps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888" y="2560320"/>
            <a:ext cx="4160520" cy="14813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633472"/>
            <a:ext cx="3886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 = df.dropna()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df1[df1["sales"] &gt; 100]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df2.reset_index()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46888" y="4041648"/>
            <a:ext cx="4160520" cy="438912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40599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df1, df2, df3... = WRONG ❌  Your thinking is not clean yet.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36592" y="2176272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1762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Approach — Chaining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36592" y="2560320"/>
            <a:ext cx="4160520" cy="148132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2633472"/>
            <a:ext cx="3886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.dropna()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.query("sales &gt; 100")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.reset_index()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36592" y="4041648"/>
            <a:ext cx="4160520" cy="438912"/>
          </a:xfrm>
          <a:prstGeom prst="rect">
            <a:avLst/>
          </a:prstGeom>
          <a:solidFill>
            <a:srgbClr val="34CB62">
              <a:alpha val="15000"/>
            </a:srgbClr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40599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logic. One flow. This is how professionals code. 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6888" y="454456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WARNING: If your code does not flow — your thinking is not clean yet.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5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6888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Exercise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46888" y="17190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— Explore &amp; Analyse Data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46888" y="213969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a DataFrame with columns: region, sales, product — 6 rows of data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" y="25603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all 5 exploration commands: head(), shape, dtypes, info(), describe()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46888" y="29809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df.loc[:, "sales"] and df.iloc[0, 1] — print both results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6888" y="3401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a row with a missing value, then use dropna() and fillna(0)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" y="38221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 groupby("region")["sales"].mean() — print the result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6888" y="424281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Rewrite your code as a single method chain using .query() and .groupby()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Week 3 Topic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03-pandas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Before Next Class  ·  Push to your GitHub repo  ·  Include a README.md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6888" y="2167128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67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2121408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139696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Dataset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" y="2359152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CSV with pd.read_csv(). Run all 5 exploration commands and screenshot your output.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" y="2679192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" y="26791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" y="2633472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2651760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&amp; iloc Practice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" y="2871216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at least 3 different slices using loc and iloc. Show the difference in a Jupyter notebook.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6888" y="3191256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6888" y="31912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" y="3145536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163824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" y="3383280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missing values in your dataset. Use dropna() and fillna(). Document your reasoning in a markdown cell.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46888" y="3703320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6888" y="37033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" y="3657600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3675888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Analysis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13232" y="3895344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your data by a category column and compute mean, sum, and count. Show results in a table.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46888" y="4215384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" y="42153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94360" y="4169664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4187952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13232" y="4407408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pipeline using at least 4 chained methods. Comment each step in the chain.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0"/>
            <a:ext cx="4709160" cy="514350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" y="5029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6888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" y="2304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Pandas — the programmable table for thinking with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" y="2615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Series (1D) vs DataFrame (2D) — key structures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6888" y="2926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exploration commands — always run these first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6888" y="32369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 (labels) vs iloc (integers) — selection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" y="3547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dropna() &amp; fillna() — bad data = bad 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" y="3858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GroupBy — answering real business questions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6888" y="4169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Method chaining — think in flows, not steps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" y="4572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Next: Week 3 Topic 2 — Pandas 2: Merging, Pivot Tables &amp; Time Series</a:t>
            </a:r>
            <a:endParaRPr lang="en-US" sz="11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777240"/>
            <a:ext cx="1645920" cy="1463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57200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— Week 3 Topic 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4434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info@codetraingh.com  ·  www.codetraingh.com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Pandas 1 &amp; Data Handling</dc:title>
  <dc:subject>PptxGenJS Presentation</dc:subject>
  <dc:creator>PptxGenJS</dc:creator>
  <cp:lastModifiedBy>PptxGenJS</cp:lastModifiedBy>
  <cp:revision>1</cp:revision>
  <dcterms:created xsi:type="dcterms:W3CDTF">2026-04-30T11:32:55Z</dcterms:created>
  <dcterms:modified xsi:type="dcterms:W3CDTF">2026-04-30T11:32:55Z</dcterms:modified>
</cp:coreProperties>
</file>