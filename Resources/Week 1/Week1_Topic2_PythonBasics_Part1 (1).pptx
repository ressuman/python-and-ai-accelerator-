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KoyPAiAafBqnGvUAjKSlbHJn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E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502920" y="960120"/>
            <a:ext cx="822960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25880" y="960120"/>
            <a:ext cx="548640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117043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Week 1  ·  Topic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536192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Python Basics Part 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231136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Variables · Data Structures · Conditionals · Loops · List Comprehensions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27432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  ·  03-python2  (Sections 1–3)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3127248"/>
            <a:ext cx="8138160" cy="1389888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40080" y="320040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Today's agenda: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347472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Mindset shift: JS → Python syntax differences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376732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Variables &amp; F-Strings (type hints, template literals)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4059936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The Big Four Data Structures: Lists · Tuples · Dicts · 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54880" y="347472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Conditionals: if/elif/else and the Truthiness Trap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754880" y="376732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 Pythonic Loops: for...in · enumerate() · zip() · zip_longest()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54880" y="4059936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6. List Comprehensions: Python's .map() and .filter() replacement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02920" y="4608576"/>
            <a:ext cx="8138160" cy="23774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40080" y="4626864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🎯  Ghana Real-World context throughout:  Agriculture · FinTech · Healthcare · Education · Banking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Mindset Shift — JS to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You already know logic. You just need the new syntax and the Pythonic way of thinking: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" y="1664208"/>
            <a:ext cx="8138160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94360" y="169164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938528" y="16916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498848" y="169164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583680" y="169164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Difference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2920" y="1993392"/>
            <a:ext cx="81381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94360" y="20848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Code Blocks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938528" y="20848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{ curly braces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98848" y="20848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Indentation (4 spaces)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583680" y="20848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Whitespace IS the syntax — no { } ever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02920" y="2487168"/>
            <a:ext cx="8138160" cy="429768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94360" y="25786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938528" y="2578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const, let, var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498848" y="25786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Just the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583680" y="25786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Dynamic — Python infers the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02920" y="2980944"/>
            <a:ext cx="81381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94360" y="307238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938528" y="30723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camelCase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498848" y="30723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snake_case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583680" y="30723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PEP 8 standard — ALL Python devs use this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2920" y="3474720"/>
            <a:ext cx="8138160" cy="429768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94360" y="35661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True/False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938528" y="35661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true, false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498848" y="3566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True, False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583680" y="3566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Capital T and F — lowercase crashes!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2920" y="3968496"/>
            <a:ext cx="8138160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94360" y="405993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938528" y="405993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null, undefined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498848" y="40599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583680" y="405993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Just one value — much simpler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2920" y="4462272"/>
            <a:ext cx="8138160" cy="429768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594360" y="455371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938528" y="45537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console.log(`${var}`)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498848" y="45537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print(f"{var}")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583680" y="45537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F-strings = template literals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Variables &amp; F-Strings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Variables are labels, not boxes. No declaration keyword. Type hints are optional but recommended for AI work: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02920" y="1664208"/>
            <a:ext cx="4224528" cy="23225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67512" y="1773936"/>
            <a:ext cx="389534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No const / let / var — just the 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farmer_name = "Kofi Mensah"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region      = "Ashanti"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        = "Cocoa"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Optional type hints (like TypeScript — recommended for AI)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farm_size_acres: float = 12.5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is_registered:   bool  = True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year_started:    int   = 2019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F-Strings — Python's template literals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print(f"{var}") is exactly like console.log(`${var}`)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print(f"{farmer_name} farms {farm_size_acres} acres")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print(f"Crop: {crop}  |  Region: {region}")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print(f"Registered: {is_registered}")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print(f"Farm age: {2025 - year_started} years")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28032" y="1664208"/>
            <a:ext cx="4224528" cy="23225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992624" y="1773936"/>
            <a:ext cx="389534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F-strings can contain ANY expression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price_per_kg = 45.00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harvest_kg   = 850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revenue = price_per_kg * harvest_kg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Format numbers with commas and decimal places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print(f"Revenue: GHS {revenue:,.2f}")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Output: Revenue: GHS 38,250.00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Compare to JavaScript template literals: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console.log(`Revenue: GHS ${revenue}`)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Multi-line — use backslash or parentheses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summary = 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f"Farmer: {farmer_name}\n"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f"Region: {region}\n"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f"Crop:   {crop}"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print(summary)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2920" y="4096512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02920" y="4096512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40080" y="4151376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💡  AI Tip: Type hints like  age: int = 25  help IDEs catch bugs and make your AI code readable to teammates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CB6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Big Four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257860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· Tuples · Dictionaries · Sets — the building blocks of every AI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Lists — Ordered, Mutable Sequences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Mutable = you can add, remove and modify after creation. Python's Array — with extra superpowers: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02920" y="1664208"/>
            <a:ext cx="4224528" cy="28529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67512" y="1773936"/>
            <a:ext cx="3895344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Agriculture: crop prices at Kumasi market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crop_prices = [45.0, 52.5, 38.0, 61.0, 29.5]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[0]   [1]   [2]   [3]   [4]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[-5]  [-4]  [-3]  [-2]  [-1]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— zero-indexed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print(crop_prices[0])    # 45.0  (first)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print(crop_prices[-1])   # 29.5  (last — JS: arr[arr.length-1])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print(crop_prices[-2])   # 61.0  (second-to-last)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Slicing  [start : stop : step]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print(crop_prices[0:3])   # [45.0, 52.5, 38.0]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print(crop_prices[1:4])   # [52.5, 38.0, 61.0]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print(crop_prices[::-1])  # Reverse the whole list!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print(crop_prices[::-2])  # Backwards, every other item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Adding items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crop_prices.append(55.0)          # add to END (JS: .push())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crop_prices.insert(0, 40.0)       # insert at index 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Removing items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last = crop_prices.pop()          # remove &amp; RETURN last item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crop_prices.remove(38.0)          # remove first matching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print(f"Prices: {crop_prices}")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print(f"Count : {len(crop_prices)}")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print(f"Max   : GHS {max(crop_prices):.2f}")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828032" y="1664208"/>
            <a:ext cx="4224528" cy="28529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992624" y="1773936"/>
            <a:ext cx="3895344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Mixed data types in a list — Python allows it!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tech_stack = [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"Python",           # string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"Data Science",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"Tamale",           # a city in Ghana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"Machine Learning",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"2026",             # number as string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f"User_{42}"        # f-string evaluated dynamically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 items: {len(tech_stack)}")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MoMo daily transaction amounts (FinTech)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 = [120, 450, 85, 1200, 340, 780]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print(f"Total:   GHS {sum(transactions):,}")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print(f"Average: GHS {sum(transactions)/len(transactions):.2f}")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print(f"Highest: GHS {max(transactions):,}")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 — NLP tokenisation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sentence = "GCB Bank approves cocoa loan"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tokens = sentence.split()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['GCB', 'Bank', 'approves', 'cocoa', 'loan']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print(f"Tokens: {tokens}")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print(f"First token: {tokens[0]}")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print(f"Last token:  {tokens[-1]}")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Tuples — Immutable, Read-Only Sequences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Immutable = you CANNOT change after creation. Faster than lists. Use when data must never be modified: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02920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67512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Uses ( ) instead of [ 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GPS coordinates — should NEVER change!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accra_coords  = (5.55602, -0.19690)   # (lat, long)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kumasi_coords = (6.68848, -1.62443)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tamale_coords = (9.40079, -0.84269)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print(f"Accra: {accra_coords}")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print(f"Latitude: {accra_coords[0]}")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❌ This crashes — tuples are READ-ONLY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accra_coords[0] = 10.5  # TypeError!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To change, create a BRAND NEW tuple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new_coords = (6.67, -1.57)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Tuple unpacking — very clean Python style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lat, lng = accra_coords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print(f"Lat: {lat}, Long: {lng}")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Healthcare: patient record — protected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patient_record = ("GH-2024-00457", "O+", "1985-03-12")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patient_id, blood_type, dob = patient_record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print(f"ID: {patient_id}  Blood: {blood_type}")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28032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992624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⚠️ Single-element tuple needs trailing comma!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single = ("alone",)          # ← comma makes it a tuple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not_tuple = ("alone")        # ← just a string!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print(type(single))          # &lt;class 'tuple'&gt;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print(type(not_tuple))       # &lt;class 'str'&gt;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Concatenating tuples — creates a NEW tuple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base = ("GH-2024-00457", "O+", "1985-03-12")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hospital = ("Korle Bu",)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full_record = base + hospital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print(full_record)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('GH-2024-00457','O+','1985-03-12','Korle Bu')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 — Computer Vision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Image dimensions NEVER change mid-processing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cassava_shape = (224, 224, 3) # (height, width, channels)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height, width, channels = cassava_shape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print(f"Image: {width}×{height}, {channels} channels")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Bounding box — 4 fixed values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bbox = (120, 85, 340, 290)  # (x_min,y_min,x_max,y_max)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print(f"Bounding box: {bbox}")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920" y="4425696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02920" y="4425696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40080" y="4480560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 Use Tuples when: GPS coords · image shapes · patient ID + DOB · API response metadata · any fixed config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Dictionaries — Key-Value Pairs (The Object)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Like JSON objects. Keys must be hashable (strings, numbers, tuples). Values can be anything: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2920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67512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FinTech: MoMo account — like a JSON object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momo_account = {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"account_id":   "MTN-233244789012",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"owner":        "Ama Asante",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"balance":      1450.75,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"is_active":    True,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"transactions": [120, 450, 85]    # nested list!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values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print(momo_account["owner"])     # Ama Asante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print(momo_account["balance"])   # 1450.75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Safe access — returns default if key missing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JS equivalent: user.salary || 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phone = momo_account.get("phone", "N/A")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limit = momo_account.get("daily_limit", 5000)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Adding and updating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momo_account["balance"] += 200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momo_account["last_txn"] = "2025-04-10"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Looping over key-value pairs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key, value in momo_account.items():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  {key}: {value}")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828032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992624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Building dictionaries DYNAMICALLY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Start empty, add keys as the program runs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hospital_db = {}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hospital_db["name"]    = "Korle Bu Teaching Hospital"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hospital_db["region"]  = "Greater Accra"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hospital_db["patients"] = []       # start with empty list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print(hospital_db)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Check if a key exists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"balance" in momo_account: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print("Balance key found!")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All keys and all values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print(momo_account.keys())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print(momo_account.values())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Connection: HuggingFace model config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When you download a model, this is what you get: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bert_config = {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"architecture": "BertForSequenceClassification",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"vocab_size":   30522,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"hidden_size":  768,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"num_layers":   12,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"dropout":      0.1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print(bert_config["vocab_size"])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4425696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02920" y="4425696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80" y="4480560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💡  Keys must be HASHABLE: ✅ strings · numbers · tuples  ❌ lists · dicts · sets cannot be keys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Sets — Unique, Unordered Collections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Unordered collection of UNIQUE elements. Order is random. Great for deduplication and Venn-diagram logic: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02920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67512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Banking: deduplicate loan applicants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raw_applicants = [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"GHA-001","GHA-002","GHA-001",  # duplicate!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"GHA-003","GHA-002","GHA-004"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unique = set(raw_applicants)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print(f"Unique applicants: {unique}")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print(f"Removed {len(raw_applicants)-len(unique)} duplicates")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Set operations — Venn diagram logic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team_a = {"read","write","delete","admin"}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team_b = {"read","write","execute","deploy"}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Intersection — permissions BOTH teams have (&amp;)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common = team_a &amp; team_b          # or .intersection()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print(f"Both teams:  {common}")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Union — ALL permissions across both (|)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all_perms = team_a | team_b       # or .union()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print(f"All perms:   {all_perms}")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Difference — only in Team A (-)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only_a = team_a - team_b          # or .difference()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print(f"Only A:      {only_a}")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Symmetric difference — not shared (^)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exclusive = team_a ^ team_b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print(f"Exclusive:   {exclusive}")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828032" y="1664208"/>
            <a:ext cx="4224528" cy="2651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992624" y="1773936"/>
            <a:ext cx="3895344" cy="2432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Adding to a set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team_a.add("audit")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print(f"Team A now: {team_a}")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Check membership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is_admin_in_b = "admin" in team_b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print(f"Admin in B: {is_admin_in_b}")   # False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Agriculture: crop variety analysis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cocoa_farms  = {"Hybrid","Amelonado","Trinitario"}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cashew_farms = {"Amelonado","Local","Jumbo"}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cocoa_only = cocoa_farms - cashew_farms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print(f"Cocoa-only varieties: {cocoa_only}")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Healthcare: shared patients between doctors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dr_asante  = {"P001","P002","P003","P005"}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dr_boateng = {"P002","P003","P006","P007"}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shared = dr_asante &amp; dr_boateng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print(f"Shared patients: {shared}")  # {'P002','P003'}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 — vocabulary deduplication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1 million tweets → unique word count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tweets = ["Ghana","wins","Ghana","beats","Ghana"]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vocab = set(tweets)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print(f"Unique words: {vocab}")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print(f"Vocab size: {len(vocab)}")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02920" y="4425696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02920" y="4425696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640080" y="4480560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⚠️  Sets are UNORDERED — never rely on order. Use sets for membership testing and deduplication, not for sequences.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Which Data Structure to Use?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Choose the right structure — this decision matters in every AI pipeline you will ever build: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02920" y="1664208"/>
            <a:ext cx="8138160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94360" y="169164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883664" y="16916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889504" y="169164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Changeable?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078224" y="169164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Duplicates?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266944" y="169164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181344" y="169164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When...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02920" y="1993392"/>
            <a:ext cx="81381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02920" y="1993392"/>
            <a:ext cx="64008" cy="7315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21792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883664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889504" y="2212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078224" y="2212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266944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181344" y="208483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Crop prices · transaction history · patient names · image 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02920" y="2798064"/>
            <a:ext cx="8138160" cy="7315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02920" y="2798064"/>
            <a:ext cx="64008" cy="73152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621792" y="3017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883664" y="3017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889504" y="3017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078224" y="3017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266944" y="3017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181344" y="288950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GPS coords · image shape · patient ID+DOB · API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02920" y="3602736"/>
            <a:ext cx="81381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02920" y="3602736"/>
            <a:ext cx="64008" cy="73152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621792" y="38221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883664" y="38221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889504" y="38221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078224" y="38221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Keys:No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266944" y="38221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{k:v}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181344" y="36941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MoMo account · patient profile · model config · loan application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02920" y="4407408"/>
            <a:ext cx="8138160" cy="7315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02920" y="4407408"/>
            <a:ext cx="64008" cy="731520"/>
          </a:xfrm>
          <a:prstGeom prst="rect">
            <a:avLst/>
          </a:prstGeom>
          <a:solidFill>
            <a:srgbClr val="8A4A1A"/>
          </a:solidFill>
          <a:ln cap="flat" cmpd="sng" w="12700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21792" y="46268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4A1A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883664" y="46268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889504" y="46268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078224" y="46268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266944" y="462686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181344" y="449884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Unique IDs · vocabulary · deduplicate applicants · permissions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CB6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Flow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02920" y="1078995"/>
            <a:ext cx="8229600" cy="2280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Conditionals, Loops &amp; Comprehensions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02920" y="3065521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03-python2 — the Pythonic way to control your program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Conditionals &amp; The Truthiness Trap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You know the logic from JavaScript — you just need the new keywords. And ONE critical difference: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02920" y="1664208"/>
            <a:ext cx="4224528" cy="23225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67512" y="1773936"/>
            <a:ext cx="389534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Python uses elif (not else if) and indentation (no { })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Healthcare: patient triage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patient_score = 72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patient_score &gt;= 80: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priority = "Critical — immediate attention"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elif patient_score &gt;= 60: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priority = "Urgent — seen within 1 hour"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elif patient_score &gt;= 40: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priority = "Standard — next available slot"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priority = "Routine — book appointment"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print(f"Triage: {priority}")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Ternary expression — one-liner if/else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is_insured = True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fee = 0 if is_insured else 50.00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print(f"Fee: GHS {fee:.2f}")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Education: grade classification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score = 78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grade = "A" if score&gt;=80 else "B" if score&gt;=70 else "C" if score&gt;=60 else "F"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print(f"Grade: {grade}")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828032" y="1664208"/>
            <a:ext cx="4224528" cy="23225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992624" y="1773936"/>
            <a:ext cx="389534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⚠️  THE TRUTHINESS TRAP — CRITICAL DIFFERENCE!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In JavaScript: [] is TRUE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In Python:     [] is FALSY — this trips everyone up!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These are ALL Falsy in Python: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[]   {}   ""   0   0.0   None   False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patients = []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loan_applications = {}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farmer_name = ""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account_balance = 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❌ JS-style (verbose and un-Pythonic)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len(patients) == 0: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print("No patients today")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Pythonic — use 'if not collection:'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not patients: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print("No patients today")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not loan_applications: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print("No applications received")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not farmer_name: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print("Farmer name required")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not account_balance: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5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print("Account balance is zero")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02920" y="4096512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02920" y="4096512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40080" y="4151376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 Best Practice:  if not collection:  is the Pythonic standard — NEVER  if len(collection) == 0: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Pythonic Loops — for...in, enumerate(), zip()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02920" y="1335024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Golden Rule: iterate DIRECTLY over objects. NEVER write  for i in range(len(list))  — that's the C-style anti-pattern: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02920" y="1645920"/>
            <a:ext cx="4224528" cy="296265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67512" y="1755648"/>
            <a:ext cx="389534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A. for...in — Agriculture: process crop list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crops = ["Cocoa","Maize","Cassava","Yam","Tomato"]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Pythonic — iterate directly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crop in crops: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print(f"Processing: {crop}")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❌ NEVER do this in Python!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for i in range(len(crops)):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    print(crops[i])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B. enumerate() — when you need the index too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"But how do I get the index i?" → use enumerate()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JS equivalent: .forEach((item, i) =&gt; { ... })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market_prices = [45.0, 12.5, 8.0, 22.0, 6.5]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i, (crop, price) in enumerate(zip(crops, market_prices)):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print(f"{i+1}. {crop}: GHS {price:.2f}")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C. zip() — pair two lists simultaneously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data: images and labels always paired like this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account_ids = ["MTN-001","VOD-002","AT-003"]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balances    = [1450.50, 890.00, 2300.75]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acc_id, balance in zip(account_ids, balances):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print(f"{acc_id}: GHS {balance:,.2f}")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828032" y="1645920"/>
            <a:ext cx="4224528" cy="296265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4992624" y="1755648"/>
            <a:ext cx="389534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zip() with THREE lists — works with any number!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students   = ["Kofi","Ama","Yaw"]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scores     = [85, 92, 78]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subjects   = ["Maths","English","Science"]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student, score, subject in zip(students,scores,subjects):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print(f"{student} scored {score} in {subject}")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⚠️  CRITICAL WARNING — zip() stops at SHORTEST list!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names  = ["Kwame","Ama","Yaw","Akosua"]  # 4 items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scores2 = [85, 92]                        # 2 items!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name, score in zip(names, scores2):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print(f"{name}: {score}")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Output: Only Kwame and Ama — Yaw &amp; Akosua LOST!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SAFE FIX — use zip_longest() from itertools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from itertools import zip_longest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name, score in zip_longest(names, scores2,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fillvalue="Pending"):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print(f"{name}: {score}")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Now all 4 names appear — missing filled with "Pending"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Connection: features + labels in ML training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images = ["img_001","img_002","img_003"]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labels = ["healthy","mosaic","blight"]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img, label in zip(images, labels):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print(f"Train → {img}: {label}")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zip() Deep Dive — Edge Cases &amp; Best Practices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zip() silently drops data when lists have unequal lengths — this causes real bugs in ML pipelines: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502920" y="1664208"/>
            <a:ext cx="4224528" cy="243230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67512" y="1773936"/>
            <a:ext cx="3895344" cy="221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 BUG — data silently lost in an ML pipeline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features = [[1,2],[3,4],[5,6],[7,8]]  # 4 samples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labels   = [0, 1, 0]                  # 3 labels!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This looks fine but ISN'T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dataset = list(zip(features, labels))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print(f"Dataset size: {len(dataset)}")  # 3 (not 4!)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 last feature [7,8] is SILENTLY DROPPED!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This bug is very hard to detect later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FIX — always validate lengths FIRST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if len(features) != len(labels):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raise ValueError(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f"Mismatch! Features:{len(features)} 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f"Labels:{len(labels)}"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Mini-Task: Ghana weather zip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cities     = ["Accra","Kumasi","Tamale"]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temps      = [32, 28, 35]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conditions = ["Sunny","Cloudy","Dry"]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city, temp, cond in zip(cities,temps,conditions):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print(f"It is {cond} and {temp}°C in {city}.")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828032" y="1664208"/>
            <a:ext cx="4224528" cy="2432304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992624" y="1773936"/>
            <a:ext cx="3895344" cy="221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zip() works with ANY iterables — not just lists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Works with tuples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fw  = ("React","Vue","Angular")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cat = ("Frontend","Frontend","Frontend")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f, c in zip(fw, cat):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print(f"{f} is a {c} framework")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Works with strings (strings are iterables!)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letters = "ABC"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letter, num in zip(letters, numbers):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print(f"{letter}{num}")   # A1, B2, C3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⚠️ Sets with zip — UNPREDICTABLE ORDER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NEVER zip sets in production code!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set1 = {"Python","JS","Go"}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set2 = {"Backend","Fullstack","Backend"}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Order not guaranteed — results will differ each run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Best Practices: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zip() when CERTAIN both lists same length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zip_longest() when lengths might differ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Always validate lengths in ML pipelines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❌ NEVER zip sets (unpredictable order)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02920" y="4206240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502920" y="4206240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640080" y="4261104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⚠️  In ML training: silently dropping data changes your model's behaviour. ALWAYS check  len(features)==len(labels)  before zipping.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4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List Comprehensions — Python's .map() and .filter()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 most important tool for data cleaning. Collapses 4 lines into 1 readable line: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502925" y="1664200"/>
            <a:ext cx="8549700" cy="384000"/>
          </a:xfrm>
          <a:prstGeom prst="rect">
            <a:avLst/>
          </a:prstGeom>
          <a:solidFill>
            <a:srgbClr val="1B2A4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685800" y="173736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[  expression  for  item  in  iterable  if  condition 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502925" y="2121399"/>
            <a:ext cx="4224600" cy="2681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667500" y="2231125"/>
            <a:ext cx="38952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 BRIDGE: Traditional loop → Comprehension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Multiply every number by 5: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nu_list = [2, 3, 7, 11, 45, 78, 32]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❌ Old way — 4 lines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prod = []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for item in nu_list: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ans = item * 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prod.append(ans)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print("Old:", prod)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✅ List comprehension — 1 elegant 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prod2 = [item * 5 for item in nu_list]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print("New:", prod2)    # Identical result!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 3-step translation pattern: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1. What's being APPENDED? → becomes expression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2. What's the LOOP variable? → item in iterable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3. What's the IF condition? → if condition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JS equivalent: nums.map(x =&gt; x * 2)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3, 4]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doubled = [x * 2 for x in nums]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print(doubled)  # [2, 4, 6, 8]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828025" y="2121399"/>
            <a:ext cx="4224600" cy="2681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992625" y="2121400"/>
            <a:ext cx="3895500" cy="26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.filter() equivalent — keep only even numbers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JS: nums.filter(x =&gt; x % 2 === 0)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evens = [x for x in nums if x % 2 == 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print(evens)    # [2, 4]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Filter + Map combined in ONE 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JS: nums.filter(x =&gt; x%2===0).map(x =&gt; x*2)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result = [x * 2 for x in nums if x % 2 == 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 # [4, 8]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Temperature converter — warm temps only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celsius_temps = [0, 10, 20, 30, 40]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Translation: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1. Appended?   → temp * 9/5 + 32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2. Loop?       → for temp in celsius_temps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3. Condition?  → if temp &gt;= 20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fahrenheit = [temp*9/5+32 for temp in celsius_temps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if temp &gt;= 20]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print(fahrenheit)  # [68.0, 86.0, 104.0]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AI Connection — Feature Scaling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Convert all values to 0-1 range before ML training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raw = [200, 400, 600, 800, 1000]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max_val = max(raw)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scaled = [x / max_val for x in raw]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print(scaled)  # [0.2, 0.4, 0.6, 0.8, 1.0]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5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List Comprehensions — Ghana Sector Examples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0292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502920" y="1243584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Every example uses real Ghana data and the 3-step pattern: What's appended? · Loop? · Condition?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02920" y="1664208"/>
            <a:ext cx="4224528" cy="287121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667512" y="1773936"/>
            <a:ext cx="38953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Agriculture: convert USD prices → GHS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usd_prices = [45.0, 12.5, 8.0, 22.0, 6.5]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rate = 14.5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ghs_prices = [p * rate for p in usd_prices]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print(ghs_prices)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Filter — only prices above GHS 100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expensive = [p for p in ghs_prices if p &gt; 100]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print(expensive)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FinTech: extract active MoMo account IDs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accounts = [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{"id":"A1","active":True, "balance":1200},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{"id":"A2","active":False,"balance":0},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{"id":"A3","active":True, "balance":3400},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active_ids = [a["id"] for a in accounts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if a["active"]]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print(active_ids)    # ['A1', 'A3']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Banking: approved loan amounts only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loans = [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{"applicant":"Ama", "amount":5000,"approved":True},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{"applicant":"Kofi","amount":15000,"approved":False},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{"applicant":"Yaw", "amount":8000,"approved":True},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approved_amounts = [l["amount"] for l in loans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if l["approved"]]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print(approved_amounts)  # [5000, 8000]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828032" y="1664208"/>
            <a:ext cx="4224528" cy="287121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4992624" y="1773936"/>
            <a:ext cx="38953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Healthcare: clean patient names from form input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raw_inputs = ["  Kofi Asante ","AMA MENSAH",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"  yaw boateng  ","AKOSUA DARKO"]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step.strip() removes whitespace, .title() = Proper Case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clean_names = [name.strip().title()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for name in raw_inputs]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print(clean_names)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['Kofi Asante','Ama Mensah','Yaw Boateng','Akosua Darko']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Education: find students who passed (score &gt;= 50)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students_data = [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{"name":"Kofi",  "score":45},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{"name":"Ama",   "score":78},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{"name":"Yaw",   "score":52},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{"name":"Akosua","score":88},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passed = [s["name"] for s in students_data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if s["score"] &gt;= 50]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print(passed)    # ['Ama', 'Yaw', 'Akosua']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Combining zip() + comprehension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students2 = ["Kwame","Ama","Yaw","Akosua","Kofi"]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grades2   = [45, 78, 52, 88, 91]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Get names of students who scored 50+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passing = [student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for student, grade in zip(students2, grades2)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grade &gt;= 50]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ourier New"/>
              <a:buNone/>
            </a:pPr>
            <a:r>
              <a:rPr b="0" i="0" lang="en-US" sz="65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print(passing)  # ['Ama', 'Yaw', 'Akosua', 'Kofi']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02920" y="4645152"/>
            <a:ext cx="8138160" cy="34747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02920" y="4645152"/>
            <a:ext cx="73152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640080" y="4700016"/>
            <a:ext cx="7882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⚠️  When NOT to use comprehensions: if nested 2+ levels deep or chaining 3+ string methods — use a regular loop instead. Readability &gt; cleverness.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5B0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1" name="Google Shape;4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6"/>
          <p:cNvSpPr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1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🌾  Agriculture — Kumasi Market Crop Tracker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are building a price alert system for farmers at Kumasi Central Market.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502920" y="4059936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1216152" y="4059936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Create a list of 6 crop prices in GHS. Use slicing to print only the first 3 prices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02920" y="23865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Use negative indexing to get the last price. Reverse the list with [::-1]. Find max, min, average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Create a tuple for the market location: (name, city, lat, lng). Unpack it into 4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2920" y="3026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Create a dictionary for one crop: {name, price_ghs, region, harvest_month, quantity_kg}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502920" y="33467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Use a list comprehension to get only crops with price &gt; 20 from your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Use a list comprehension to convert all prices from GHS to USD (divide by 14.5)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5B00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1" name="Google Shape;4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7"/>
          <p:cNvSpPr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 FinTech — MoMo Transaction Processor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Mobile Money data system that uses every structure and control flow tool from today.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02920" y="4059936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1216152" y="4059936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Create a list of 8 transaction amounts (mix positive and negative). Find total, max,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02920" y="23865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Use a conditional (if/elif/else) to classify account status based on balance: critical/low/healthy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Use  if not transactions:  (Truthiness check) to handle the case of an empty transaction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502920" y="3026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Create a dict for a MoMo account. Use .get() for safe access. Loop over .items() to print all fields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502920" y="33467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Create sets for MTN and Vodafone subscribers. Find shared subscribers using intersection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Use a list comprehension to filter only deposits (positive amounts) from your transaction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5B00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1" name="Google Shape;4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8"/>
          <p:cNvSpPr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🏥  Healthcare — Patient Triage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patient management system using all of today's data structures and control 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02920" y="4059936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1216152" y="4059936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502920" y="20665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Create a list of 6 patient triage scores (0–100). Use loops + enumerate() to print ranked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02920" y="23865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Use a conditional to classify each score: Critical(≥80) · Urgent(≥60) · Standard(≥40) · Routine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Create a tuple for each patient's fixed data: (patient_id, blood_type, date_of_birth) — why tuple?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502920" y="3026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Create a set of diagnoses from 8 patients (include repeats). Show how set removes duplicates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02920" y="33467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Use zip() to pair patient_names list with triage_scores list. Print each pair with enumerate()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Use a list comprehension to get names of all Critical patients (score &gt;= 80) — Ghana hospital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9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💡  Suggested Projects — Build Something for Ghana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502920" y="1024128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502920" y="1024128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Choose ONE sector. Start simple. These projects grow every week — add more features as you learn more Python: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502920" y="1316736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502920" y="1444752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502920" y="1444752"/>
            <a:ext cx="3950208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594360" y="1463040"/>
            <a:ext cx="37673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🌾 Agriculture  ·  Farmer Price Alert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94360" y="1773936"/>
            <a:ext cx="37673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 crop prices (list) across Kumasi, Accra, Tamale markets. Store market details (dict). Store unique crop names (set). Use comprehensions to find price drops.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94360" y="2322576"/>
            <a:ext cx="3767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Week 1: variables · list of prices · dict per market · set of crop names · comprehension for alerts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502920" y="2871216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502920" y="2871216"/>
            <a:ext cx="3950208" cy="27432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594360" y="2889504"/>
            <a:ext cx="37673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FinTech  ·  Mobile Money Tracker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594360" y="3200400"/>
            <a:ext cx="37673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 MTN/Vodafone/AirtelTigo transactions (lists). Account profile (dict). Tuple for fixed account creation date. Set for unique transaction IDs. Comprehension for deposits 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594360" y="3749040"/>
            <a:ext cx="3767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Week 1: list of amounts · dict account profile · tuple for date · set of IDs · conditional for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4709160" y="1444752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8A3B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4709160" y="1444752"/>
            <a:ext cx="3950208" cy="274320"/>
          </a:xfrm>
          <a:prstGeom prst="rect">
            <a:avLst/>
          </a:prstGeom>
          <a:solidFill>
            <a:srgbClr val="8A3B1A"/>
          </a:solidFill>
          <a:ln cap="flat" cmpd="sng" w="12700">
            <a:solidFill>
              <a:srgbClr val="8A3B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4800600" y="1463040"/>
            <a:ext cx="37673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🏥 Healthcare  ·  Clinic Patient Registry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4800600" y="1773936"/>
            <a:ext cx="37673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Store patients in a list of dicts. Tuple for immutable patient ID + blood type. Set of unique diagnoses. Use conditionals for triage. zip() to pair names with scores.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4800600" y="2322576"/>
            <a:ext cx="3767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B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3B1A"/>
                </a:solidFill>
                <a:latin typeface="Calibri"/>
                <a:ea typeface="Calibri"/>
                <a:cs typeface="Calibri"/>
                <a:sym typeface="Calibri"/>
              </a:rPr>
              <a:t>Week 1: list of patient dicts · tuple per patient · set of diagnoses · conditional triage · zip pairing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4709160" y="2871216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6A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4709160" y="2871216"/>
            <a:ext cx="3950208" cy="274320"/>
          </a:xfrm>
          <a:prstGeom prst="rect">
            <a:avLst/>
          </a:prstGeom>
          <a:solidFill>
            <a:srgbClr val="6A3B8A"/>
          </a:solidFill>
          <a:ln cap="flat" cmpd="sng" w="12700">
            <a:solidFill>
              <a:srgbClr val="6A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4800600" y="2889504"/>
            <a:ext cx="37673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Education  ·  Student Grade Book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4800600" y="3200400"/>
            <a:ext cx="37673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Lists of scores per subject. Dict per student profile. Set of unique subject codes. Conditionals to flag at-risk students. zip() to pair students with scores. Comprehension to find passing students.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4800600" y="3749040"/>
            <a:ext cx="3767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3B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3B8A"/>
                </a:solidFill>
                <a:latin typeface="Calibri"/>
                <a:ea typeface="Calibri"/>
                <a:cs typeface="Calibri"/>
                <a:sym typeface="Calibri"/>
              </a:rPr>
              <a:t>Week 1: list of grades · dict student profile · conditional for risk · zip names+scores · comprehension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2754025" y="4118025"/>
            <a:ext cx="4041600" cy="787800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2754030" y="4118030"/>
            <a:ext cx="4041600" cy="27420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2754032" y="4096506"/>
            <a:ext cx="3858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🏦 Banking  ·  Loan Application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2803125" y="4311213"/>
            <a:ext cx="3858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Store applications as list of dicts. Tuple for fixed application ID + date. Set to deduplicate applicants. Conditionals to classify loan risk. Comprehension to filter approved loans.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2845370" y="4594954"/>
            <a:ext cx="3858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Week 1: list of applications · dict per applicant · set for dedup · conditional for risk rating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0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502920" y="502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Assignment — Week 1 Topic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502920" y="1024128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502920" y="1005840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03-python1 · 03-python2  ·  Due before next class  ·  Jupyter Notebook (.ipynb) on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🎯  Choose ONE Ghana sector. Build a working data system in a Jupyter notebook. Every task must use real Ghana context.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502920" y="1664208"/>
            <a:ext cx="4005072" cy="694944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576072" y="184708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576072" y="18470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923544" y="171907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Variables &amp; F-Strings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923544" y="197510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8+ variables with type hints. Sector-specific names (e.g. farmer_name, crop, price_ghs). F-string summary of all variables.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502920" y="2432304"/>
            <a:ext cx="4005072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576072" y="2615184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576072" y="26151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23544" y="248716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Lists — full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923544" y="27432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List of 8+ data points for your sector. Demonstrate: slicing, negative indexing, append, insert, pop, remove, len, max, min.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502920" y="3200400"/>
            <a:ext cx="4005072" cy="694944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576072" y="3383280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576072" y="3383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923544" y="325526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Tuples — immutable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923544" y="351129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Tuple for fixed data in your sector (GPS coords / patient ID / account date). Unpack into named variables. Explain WHY a tuple.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02920" y="3968496"/>
            <a:ext cx="4005072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76072" y="4151376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576072" y="41513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923544" y="402336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Dictionaries — profiles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923544" y="42793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Full dict for one entity (farmer/patient/student/account). Include nested list. Use .get(), .keys(), .values(), 'key' in dict.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663440" y="1664208"/>
            <a:ext cx="4005072" cy="694944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4736592" y="1847088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4736592" y="18470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5084064" y="171907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Sets — deduplication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5084064" y="197510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Two relevant sets. Show intersection(&amp;), union(|), difference(-). Demonstrate why sets matter for your use case.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4663440" y="2432304"/>
            <a:ext cx="4005072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4736592" y="2615184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4736592" y="26151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5084064" y="248716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Conditionals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5084064" y="27432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if/elif/else based on a sector value (triage score / loan amount / grade). Truthiness check using  if not collection.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4663440" y="3200400"/>
            <a:ext cx="4005072" cy="694944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4736592" y="3383280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4736592" y="3383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5084064" y="325526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Loops — enumerate + zip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5084064" y="351129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for...in loop. enumerate() with index. zip() pairing two lists. zip_longest() example with unequal lists.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4663440" y="3968496"/>
            <a:ext cx="4005072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4736592" y="4151376"/>
            <a:ext cx="274320" cy="274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4736592" y="41513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5084064" y="402336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List Comprehensions ×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5084064" y="42793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One .map() equivalent (transform all). One .filter() equivalent (filter by condition). One combined filter+transform. All Ghana-themed.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502920" y="822960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1271016" y="822960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502920" y="10058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502920" y="19751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we covered today: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502920" y="235915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 Mindset shift: JS → Python syntax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502920" y="2596896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 Variables, type hints and F-Strings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502920" y="2834640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Lists — slicing, indexing, append, pop, insert, remove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502920" y="3072384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Tuples — immutable, unpacking, trailing comma rule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502920" y="3310128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Dictionaries — key-value, .get(), dynamic building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502920" y="354787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Sets — unique, intersection, union, difference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502920" y="3785616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When to use which data 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502920" y="4023360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Conditionals — if/elif/else, ternary, Truthiness trap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502920" y="4261104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Loops — for...in, enumerate(), zip(), zip_longest()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502920" y="4498848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List Comprehensions — map, filter, filter+map combined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502920" y="484632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🔜  Next: Week 2 Topic 1 — Python Basics Part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502920" y="4983480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Lambda · *args/**kwargs · Modules · OOP · Inheritance · Error Handling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005840"/>
            <a:ext cx="1463040" cy="195681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1"/>
          <p:cNvSpPr/>
          <p:nvPr/>
        </p:nvSpPr>
        <p:spPr>
          <a:xfrm>
            <a:off x="4663440" y="3200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4663440" y="362102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with Python — Week 1 Topic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4663440" y="404164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info@codetraingh.com  ·  www.codetraingh.com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2026-04-14T18:08:04Z</dcterms:created>
  <dc:creator>Codetrain Africa</dc:creator>
</cp:coreProperties>
</file>